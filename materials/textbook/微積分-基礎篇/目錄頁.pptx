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8" r:id="rId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4B4B4"/>
    <a:srgbClr val="BFBFBF"/>
    <a:srgbClr val="DADADA"/>
    <a:srgbClr val="CFCFCF"/>
    <a:srgbClr val="33CC33"/>
    <a:srgbClr val="FF9900"/>
    <a:srgbClr val="00FF99"/>
    <a:srgbClr val="632E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5" d="100"/>
          <a:sy n="85" d="100"/>
        </p:scale>
        <p:origin x="-117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66F4AFD9-6F81-4D65-B49B-4FAB9F5023B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990888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-52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-52"/>
        <a:ea typeface="ＭＳ Ｐゴシック" charset="-128"/>
        <a:cs typeface="ＭＳ Ｐゴシック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-52"/>
        <a:ea typeface="ＭＳ Ｐゴシック" charset="-128"/>
        <a:cs typeface="ＭＳ Ｐゴシック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-52"/>
        <a:ea typeface="ＭＳ Ｐゴシック" charset="-128"/>
        <a:cs typeface="ＭＳ Ｐゴシック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-52"/>
        <a:ea typeface="ＭＳ Ｐゴシック" charset="-128"/>
        <a:cs typeface="ＭＳ Ｐゴシック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pt封面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24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6742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advTm="7616"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pt目錄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24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文本框 22"/>
          <p:cNvSpPr txBox="1">
            <a:spLocks noChangeArrowheads="1"/>
          </p:cNvSpPr>
          <p:nvPr/>
        </p:nvSpPr>
        <p:spPr bwMode="auto">
          <a:xfrm>
            <a:off x="5008563" y="1711325"/>
            <a:ext cx="3811587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lnSpc>
                <a:spcPct val="110000"/>
              </a:lnSpc>
              <a:spcAft>
                <a:spcPts val="1800"/>
              </a:spcAft>
            </a:pPr>
            <a:r>
              <a:rPr kumimoji="1" lang="en-US" altLang="zh-TW" sz="2000">
                <a:solidFill>
                  <a:srgbClr val="FFFFFF"/>
                </a:solidFill>
                <a:latin typeface="BiauKai" pitchFamily="6" charset="-120"/>
                <a:ea typeface="BiauKai" pitchFamily="6" charset="-120"/>
              </a:rPr>
              <a:t>01</a:t>
            </a:r>
            <a:r>
              <a:rPr kumimoji="1" lang="zh-TW" altLang="en-US" sz="2000">
                <a:solidFill>
                  <a:srgbClr val="FFFFFF"/>
                </a:solidFill>
                <a:latin typeface="BiauKai" pitchFamily="6" charset="-120"/>
                <a:ea typeface="BiauKai" pitchFamily="6" charset="-120"/>
              </a:rPr>
              <a:t>　</a:t>
            </a:r>
            <a:r>
              <a:rPr kumimoji="1" lang="en-US" altLang="zh-TW" sz="2000">
                <a:solidFill>
                  <a:srgbClr val="FFFFFF"/>
                </a:solidFill>
                <a:latin typeface="BiauKai" pitchFamily="6" charset="-120"/>
                <a:ea typeface="BiauKai" pitchFamily="6" charset="-120"/>
              </a:rPr>
              <a:t> </a:t>
            </a:r>
            <a:r>
              <a:rPr kumimoji="1" lang="zh-TW" altLang="en-US" sz="2000">
                <a:solidFill>
                  <a:srgbClr val="FFFFFF"/>
                </a:solidFill>
                <a:latin typeface="BiauKai" pitchFamily="6" charset="-120"/>
                <a:ea typeface="BiauKai" pitchFamily="6" charset="-120"/>
              </a:rPr>
              <a:t>輸入標題</a:t>
            </a:r>
            <a:endParaRPr kumimoji="1" lang="en-US" altLang="zh-TW" sz="2000">
              <a:solidFill>
                <a:srgbClr val="FFFFFF"/>
              </a:solidFill>
              <a:latin typeface="BiauKai" pitchFamily="6" charset="-120"/>
              <a:ea typeface="BiauKai" pitchFamily="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22197972"/>
      </p:ext>
    </p:extLst>
  </p:cSld>
  <p:clrMapOvr>
    <a:masterClrMapping/>
  </p:clrMapOvr>
  <p:transition advTm="7616">
    <p:dissolv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95" r:id="rId1"/>
    <p:sldLayoutId id="2147483996" r:id="rId2"/>
  </p:sldLayoutIdLst>
  <p:transition advTm="7616">
    <p:dissolve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-52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-52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-52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-52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-52"/>
          <a:ea typeface="ＭＳ Ｐゴシック" charset="-128"/>
          <a:cs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-52"/>
          <a:ea typeface="ＭＳ Ｐゴシック" charset="-128"/>
          <a:cs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-52"/>
          <a:ea typeface="ＭＳ Ｐゴシック" charset="-128"/>
          <a:cs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-52"/>
          <a:ea typeface="ＭＳ Ｐゴシック" charset="-128"/>
          <a:cs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PPT/CH05.ppt" TargetMode="External"/><Relationship Id="rId3" Type="http://schemas.openxmlformats.org/officeDocument/2006/relationships/hyperlink" Target="ppt/CH01.pptx" TargetMode="External"/><Relationship Id="rId7" Type="http://schemas.openxmlformats.org/officeDocument/2006/relationships/hyperlink" Target="PPT/CH04.ppt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PPT/CH03.ppt" TargetMode="External"/><Relationship Id="rId5" Type="http://schemas.openxmlformats.org/officeDocument/2006/relationships/hyperlink" Target="PPT/CH02.ppt" TargetMode="External"/><Relationship Id="rId10" Type="http://schemas.openxmlformats.org/officeDocument/2006/relationships/hyperlink" Target="PPT/Ch07.ppt" TargetMode="External"/><Relationship Id="rId4" Type="http://schemas.openxmlformats.org/officeDocument/2006/relationships/hyperlink" Target="PPT/CH01.ppt" TargetMode="External"/><Relationship Id="rId9" Type="http://schemas.openxmlformats.org/officeDocument/2006/relationships/hyperlink" Target="PPT/CH06.pp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/>
          <p:cNvGrpSpPr/>
          <p:nvPr/>
        </p:nvGrpSpPr>
        <p:grpSpPr>
          <a:xfrm>
            <a:off x="2117700" y="1124744"/>
            <a:ext cx="4254500" cy="481013"/>
            <a:chOff x="246063" y="1724025"/>
            <a:chExt cx="4254500" cy="481013"/>
          </a:xfrm>
        </p:grpSpPr>
        <p:pic>
          <p:nvPicPr>
            <p:cNvPr id="6150" name="图片 8" descr="ppt目錄2-icon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063" y="1724025"/>
              <a:ext cx="42545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文本框 9">
              <a:hlinkClick r:id="rId3" action="ppaction://hlinkpres?slideindex=1&amp;slidetitle="/>
            </p:cNvPr>
            <p:cNvSpPr txBox="1">
              <a:spLocks noChangeArrowheads="1"/>
            </p:cNvSpPr>
            <p:nvPr/>
          </p:nvSpPr>
          <p:spPr bwMode="auto">
            <a:xfrm>
              <a:off x="544389" y="1773977"/>
              <a:ext cx="3811587" cy="389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10000"/>
                </a:lnSpc>
                <a:spcAft>
                  <a:spcPts val="1800"/>
                </a:spcAft>
              </a:pPr>
              <a:r>
                <a:rPr kumimoji="1" lang="en-US" altLang="zh-TW" sz="2000" dirty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4" action="ppaction://hlinkpres?slideindex=1&amp;slidetitle="/>
                </a:rPr>
                <a:t>01</a:t>
              </a:r>
              <a:r>
                <a:rPr kumimoji="1" lang="zh-TW" altLang="en-US" sz="2000" dirty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4" action="ppaction://hlinkpres?slideindex=1&amp;slidetitle="/>
                </a:rPr>
                <a:t>　</a:t>
              </a:r>
              <a:r>
                <a:rPr kumimoji="1" lang="en-US" altLang="zh-TW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4" action="ppaction://hlinkpres?slideindex=1&amp;slidetitle="/>
                </a:rPr>
                <a:t> </a:t>
              </a:r>
              <a:r>
                <a:rPr kumimoji="1" lang="zh-TW" altLang="en-US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4" action="ppaction://hlinkpres?slideindex=1&amp;slidetitle="/>
                </a:rPr>
                <a:t>函數的極限與連續</a:t>
              </a:r>
              <a:endParaRPr kumimoji="1" lang="en-US" altLang="zh-TW" sz="2000" dirty="0">
                <a:solidFill>
                  <a:srgbClr val="FFFFFF"/>
                </a:solidFill>
                <a:latin typeface="Adobe 楷体 Std R" pitchFamily="18" charset="-128"/>
                <a:ea typeface="Adobe 楷体 Std R" pitchFamily="18" charset="-128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2123728" y="1916832"/>
            <a:ext cx="4254500" cy="481013"/>
            <a:chOff x="246063" y="1724025"/>
            <a:chExt cx="4254500" cy="481013"/>
          </a:xfrm>
        </p:grpSpPr>
        <p:pic>
          <p:nvPicPr>
            <p:cNvPr id="31" name="图片 8" descr="ppt目錄2-icon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063" y="1724025"/>
              <a:ext cx="42545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文本框 9">
              <a:hlinkClick r:id="rId3" action="ppaction://hlinkpres?slideindex=1&amp;slidetitle="/>
            </p:cNvPr>
            <p:cNvSpPr txBox="1">
              <a:spLocks noChangeArrowheads="1"/>
            </p:cNvSpPr>
            <p:nvPr/>
          </p:nvSpPr>
          <p:spPr bwMode="auto">
            <a:xfrm>
              <a:off x="544389" y="1773977"/>
              <a:ext cx="3811587" cy="389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10000"/>
                </a:lnSpc>
                <a:spcAft>
                  <a:spcPts val="1800"/>
                </a:spcAft>
              </a:pPr>
              <a:r>
                <a:rPr kumimoji="1" lang="en-US" altLang="zh-TW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5" action="ppaction://hlinkpres?slideindex=1&amp;slidetitle="/>
                </a:rPr>
                <a:t>02</a:t>
              </a:r>
              <a:r>
                <a:rPr kumimoji="1" lang="zh-TW" altLang="en-US" sz="2000" dirty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5" action="ppaction://hlinkpres?slideindex=1&amp;slidetitle="/>
                </a:rPr>
                <a:t>　</a:t>
              </a:r>
              <a:r>
                <a:rPr kumimoji="1" lang="en-US" altLang="zh-TW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5" action="ppaction://hlinkpres?slideindex=1&amp;slidetitle="/>
                </a:rPr>
                <a:t> </a:t>
              </a:r>
              <a:r>
                <a:rPr kumimoji="1" lang="zh-TW" altLang="en-US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5" action="ppaction://hlinkpres?slideindex=1&amp;slidetitle="/>
                </a:rPr>
                <a:t>導數與定積分</a:t>
              </a:r>
              <a:endParaRPr kumimoji="1" lang="en-US" altLang="zh-TW" sz="2000" dirty="0">
                <a:solidFill>
                  <a:srgbClr val="FFFFFF"/>
                </a:solidFill>
                <a:latin typeface="Adobe 楷体 Std R" pitchFamily="18" charset="-128"/>
                <a:ea typeface="Adobe 楷体 Std R" pitchFamily="18" charset="-128"/>
              </a:endParaRPr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2123728" y="2636912"/>
            <a:ext cx="4254500" cy="481013"/>
            <a:chOff x="246063" y="1724025"/>
            <a:chExt cx="4254500" cy="481013"/>
          </a:xfrm>
        </p:grpSpPr>
        <p:pic>
          <p:nvPicPr>
            <p:cNvPr id="34" name="图片 8" descr="ppt目錄2-icon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063" y="1724025"/>
              <a:ext cx="42545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文本框 9">
              <a:hlinkClick r:id="rId3" action="ppaction://hlinkpres?slideindex=1&amp;slidetitle="/>
            </p:cNvPr>
            <p:cNvSpPr txBox="1">
              <a:spLocks noChangeArrowheads="1"/>
            </p:cNvSpPr>
            <p:nvPr/>
          </p:nvSpPr>
          <p:spPr bwMode="auto">
            <a:xfrm>
              <a:off x="544389" y="1773977"/>
              <a:ext cx="3811587" cy="389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10000"/>
                </a:lnSpc>
                <a:spcAft>
                  <a:spcPts val="1800"/>
                </a:spcAft>
              </a:pPr>
              <a:r>
                <a:rPr kumimoji="1" lang="en-US" altLang="zh-TW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6" action="ppaction://hlinkpres?slideindex=1&amp;slidetitle="/>
                </a:rPr>
                <a:t>03</a:t>
              </a:r>
              <a:r>
                <a:rPr kumimoji="1" lang="zh-TW" altLang="en-US" sz="2000" dirty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6" action="ppaction://hlinkpres?slideindex=1&amp;slidetitle="/>
                </a:rPr>
                <a:t>　</a:t>
              </a:r>
              <a:r>
                <a:rPr kumimoji="1" lang="en-US" altLang="zh-TW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6" action="ppaction://hlinkpres?slideindex=1&amp;slidetitle="/>
                </a:rPr>
                <a:t> </a:t>
              </a:r>
              <a:r>
                <a:rPr kumimoji="1" lang="zh-TW" altLang="en-US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6" action="ppaction://hlinkpres?slideindex=1&amp;slidetitle="/>
                </a:rPr>
                <a:t>微分法</a:t>
              </a:r>
              <a:endParaRPr kumimoji="1" lang="en-US" altLang="zh-TW" sz="2000" dirty="0">
                <a:solidFill>
                  <a:srgbClr val="FFFFFF"/>
                </a:solidFill>
                <a:latin typeface="Adobe 楷体 Std R" pitchFamily="18" charset="-128"/>
                <a:ea typeface="Adobe 楷体 Std R" pitchFamily="18" charset="-128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123728" y="3429000"/>
            <a:ext cx="4254500" cy="481013"/>
            <a:chOff x="246063" y="1724025"/>
            <a:chExt cx="4254500" cy="481013"/>
          </a:xfrm>
        </p:grpSpPr>
        <p:pic>
          <p:nvPicPr>
            <p:cNvPr id="37" name="图片 8" descr="ppt目錄2-icon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063" y="1724025"/>
              <a:ext cx="42545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文本框 9">
              <a:hlinkClick r:id="rId3" action="ppaction://hlinkpres?slideindex=1&amp;slidetitle="/>
            </p:cNvPr>
            <p:cNvSpPr txBox="1">
              <a:spLocks noChangeArrowheads="1"/>
            </p:cNvSpPr>
            <p:nvPr/>
          </p:nvSpPr>
          <p:spPr bwMode="auto">
            <a:xfrm>
              <a:off x="544389" y="1773977"/>
              <a:ext cx="3811587" cy="389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10000"/>
                </a:lnSpc>
                <a:spcAft>
                  <a:spcPts val="1800"/>
                </a:spcAft>
              </a:pPr>
              <a:r>
                <a:rPr kumimoji="1" lang="en-US" altLang="zh-TW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7" action="ppaction://hlinkpres?slideindex=1&amp;slidetitle="/>
                </a:rPr>
                <a:t>04</a:t>
              </a:r>
              <a:r>
                <a:rPr kumimoji="1" lang="zh-TW" altLang="en-US" sz="2000" dirty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7" action="ppaction://hlinkpres?slideindex=1&amp;slidetitle="/>
                </a:rPr>
                <a:t>　</a:t>
              </a:r>
              <a:r>
                <a:rPr kumimoji="1" lang="en-US" altLang="zh-TW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7" action="ppaction://hlinkpres?slideindex=1&amp;slidetitle="/>
                </a:rPr>
                <a:t> </a:t>
              </a:r>
              <a:r>
                <a:rPr kumimoji="1" lang="zh-TW" altLang="en-US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7" action="ppaction://hlinkpres?slideindex=1&amp;slidetitle="/>
                </a:rPr>
                <a:t>超越函數的導函數</a:t>
              </a:r>
              <a:endParaRPr kumimoji="1" lang="en-US" altLang="zh-TW" sz="2000" dirty="0">
                <a:solidFill>
                  <a:srgbClr val="FFFFFF"/>
                </a:solidFill>
                <a:latin typeface="Adobe 楷体 Std R" pitchFamily="18" charset="-128"/>
                <a:ea typeface="Adobe 楷体 Std R" pitchFamily="18" charset="-128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2123728" y="4149080"/>
            <a:ext cx="4254500" cy="481013"/>
            <a:chOff x="246063" y="1724025"/>
            <a:chExt cx="4254500" cy="481013"/>
          </a:xfrm>
        </p:grpSpPr>
        <p:pic>
          <p:nvPicPr>
            <p:cNvPr id="40" name="图片 8" descr="ppt目錄2-icon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063" y="1724025"/>
              <a:ext cx="42545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文本框 9">
              <a:hlinkClick r:id="rId3" action="ppaction://hlinkpres?slideindex=1&amp;slidetitle="/>
            </p:cNvPr>
            <p:cNvSpPr txBox="1">
              <a:spLocks noChangeArrowheads="1"/>
            </p:cNvSpPr>
            <p:nvPr/>
          </p:nvSpPr>
          <p:spPr bwMode="auto">
            <a:xfrm>
              <a:off x="544389" y="1773977"/>
              <a:ext cx="3811587" cy="389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10000"/>
                </a:lnSpc>
                <a:spcAft>
                  <a:spcPts val="1800"/>
                </a:spcAft>
              </a:pPr>
              <a:r>
                <a:rPr kumimoji="1" lang="en-US" altLang="zh-TW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8" action="ppaction://hlinkpres?slideindex=1&amp;slidetitle="/>
                </a:rPr>
                <a:t>05</a:t>
              </a:r>
              <a:r>
                <a:rPr kumimoji="1" lang="zh-TW" altLang="en-US" sz="2000" dirty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8" action="ppaction://hlinkpres?slideindex=1&amp;slidetitle="/>
                </a:rPr>
                <a:t>　</a:t>
              </a:r>
              <a:r>
                <a:rPr kumimoji="1" lang="en-US" altLang="zh-TW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8" action="ppaction://hlinkpres?slideindex=1&amp;slidetitle="/>
                </a:rPr>
                <a:t> </a:t>
              </a:r>
              <a:r>
                <a:rPr kumimoji="1" lang="zh-TW" altLang="en-US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8" action="ppaction://hlinkpres?slideindex=1&amp;slidetitle="/>
                </a:rPr>
                <a:t>導數的應用</a:t>
              </a:r>
              <a:endParaRPr kumimoji="1" lang="en-US" altLang="zh-TW" sz="2000" dirty="0">
                <a:solidFill>
                  <a:srgbClr val="FFFFFF"/>
                </a:solidFill>
                <a:latin typeface="Adobe 楷体 Std R" pitchFamily="18" charset="-128"/>
                <a:ea typeface="Adobe 楷体 Std R" pitchFamily="18" charset="-128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2117700" y="4941168"/>
            <a:ext cx="4254500" cy="481013"/>
            <a:chOff x="246063" y="1724025"/>
            <a:chExt cx="4254500" cy="481013"/>
          </a:xfrm>
        </p:grpSpPr>
        <p:pic>
          <p:nvPicPr>
            <p:cNvPr id="43" name="图片 8" descr="ppt目錄2-icon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063" y="1724025"/>
              <a:ext cx="42545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文本框 9">
              <a:hlinkClick r:id="rId3" action="ppaction://hlinkpres?slideindex=1&amp;slidetitle="/>
            </p:cNvPr>
            <p:cNvSpPr txBox="1">
              <a:spLocks noChangeArrowheads="1"/>
            </p:cNvSpPr>
            <p:nvPr/>
          </p:nvSpPr>
          <p:spPr bwMode="auto">
            <a:xfrm>
              <a:off x="544389" y="1773977"/>
              <a:ext cx="3811587" cy="389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10000"/>
                </a:lnSpc>
                <a:spcAft>
                  <a:spcPts val="1800"/>
                </a:spcAft>
              </a:pPr>
              <a:r>
                <a:rPr kumimoji="1" lang="en-US" altLang="zh-TW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9" action="ppaction://hlinkpres?slideindex=1&amp;slidetitle="/>
                </a:rPr>
                <a:t>06</a:t>
              </a:r>
              <a:r>
                <a:rPr kumimoji="1" lang="zh-TW" altLang="en-US" sz="2000" dirty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9" action="ppaction://hlinkpres?slideindex=1&amp;slidetitle="/>
                </a:rPr>
                <a:t>　</a:t>
              </a:r>
              <a:r>
                <a:rPr kumimoji="1" lang="en-US" altLang="zh-TW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9" action="ppaction://hlinkpres?slideindex=1&amp;slidetitle="/>
                </a:rPr>
                <a:t> </a:t>
              </a:r>
              <a:r>
                <a:rPr kumimoji="1" lang="zh-TW" altLang="en-US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9" action="ppaction://hlinkpres?slideindex=1&amp;slidetitle="/>
                </a:rPr>
                <a:t>不定積分</a:t>
              </a:r>
              <a:endParaRPr kumimoji="1" lang="en-US" altLang="zh-TW" sz="2000" dirty="0">
                <a:solidFill>
                  <a:srgbClr val="FFFFFF"/>
                </a:solidFill>
                <a:latin typeface="Adobe 楷体 Std R" pitchFamily="18" charset="-128"/>
                <a:ea typeface="Adobe 楷体 Std R" pitchFamily="18" charset="-128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2123728" y="5684291"/>
            <a:ext cx="4254500" cy="481013"/>
            <a:chOff x="246063" y="1724025"/>
            <a:chExt cx="4254500" cy="481013"/>
          </a:xfrm>
        </p:grpSpPr>
        <p:pic>
          <p:nvPicPr>
            <p:cNvPr id="46" name="图片 8" descr="ppt目錄2-icon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063" y="1724025"/>
              <a:ext cx="4254500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" name="文本框 9">
              <a:hlinkClick r:id="rId3" action="ppaction://hlinkpres?slideindex=1&amp;slidetitle="/>
            </p:cNvPr>
            <p:cNvSpPr txBox="1">
              <a:spLocks noChangeArrowheads="1"/>
            </p:cNvSpPr>
            <p:nvPr/>
          </p:nvSpPr>
          <p:spPr bwMode="auto">
            <a:xfrm>
              <a:off x="544389" y="1773977"/>
              <a:ext cx="3811587" cy="389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110000"/>
                </a:lnSpc>
                <a:spcAft>
                  <a:spcPts val="1800"/>
                </a:spcAft>
              </a:pPr>
              <a:r>
                <a:rPr kumimoji="1" lang="en-US" altLang="zh-TW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10" action="ppaction://hlinkpres?slideindex=1&amp;slidetitle="/>
                </a:rPr>
                <a:t>07</a:t>
              </a:r>
              <a:r>
                <a:rPr kumimoji="1" lang="zh-TW" altLang="en-US" sz="2000" dirty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10" action="ppaction://hlinkpres?slideindex=1&amp;slidetitle="/>
                </a:rPr>
                <a:t>　</a:t>
              </a:r>
              <a:r>
                <a:rPr kumimoji="1" lang="en-US" altLang="zh-TW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10" action="ppaction://hlinkpres?slideindex=1&amp;slidetitle="/>
                </a:rPr>
                <a:t> </a:t>
              </a:r>
              <a:r>
                <a:rPr kumimoji="1" lang="zh-TW" altLang="en-US" sz="2000" dirty="0" smtClean="0">
                  <a:solidFill>
                    <a:srgbClr val="FFFFFF"/>
                  </a:solidFill>
                  <a:latin typeface="Adobe 楷体 Std R" pitchFamily="18" charset="-128"/>
                  <a:ea typeface="Adobe 楷体 Std R" pitchFamily="18" charset="-128"/>
                  <a:hlinkClick r:id="rId10" action="ppaction://hlinkpres?slideindex=1&amp;slidetitle="/>
                </a:rPr>
                <a:t>定積分的應用</a:t>
              </a:r>
              <a:endParaRPr kumimoji="1" lang="en-US" altLang="zh-TW" sz="2000" dirty="0">
                <a:solidFill>
                  <a:srgbClr val="FFFFFF"/>
                </a:solidFill>
                <a:latin typeface="Adobe 楷体 Std R" pitchFamily="18" charset="-128"/>
                <a:ea typeface="Adobe 楷体 Std R" pitchFamily="18" charset="-128"/>
              </a:endParaRPr>
            </a:p>
          </p:txBody>
        </p:sp>
      </p:grpSp>
    </p:spTree>
  </p:cSld>
  <p:clrMapOvr>
    <a:masterClrMapping/>
  </p:clrMapOvr>
  <p:transition advTm="7616">
    <p:dissolv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自訂 12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FFFF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-52"/>
            <a:ea typeface="ＭＳ Ｐゴシック" charset="-128"/>
            <a:cs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-52"/>
            <a:ea typeface="ＭＳ Ｐゴシック" charset="-128"/>
            <a:cs typeface="ＭＳ Ｐゴシック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1628</TotalTime>
  <Words>7</Words>
  <Application>Microsoft Office PowerPoint</Application>
  <PresentationFormat>如螢幕大小 (4:3)</PresentationFormat>
  <Paragraphs>7</Paragraphs>
  <Slides>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Blank Presentation</vt:lpstr>
      <vt:lpstr>PowerPoint 簡報</vt:lpstr>
    </vt:vector>
  </TitlesOfParts>
  <Company>grace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片頭</dc:title>
  <dc:creator>grace</dc:creator>
  <cp:lastModifiedBy>e356</cp:lastModifiedBy>
  <cp:revision>419</cp:revision>
  <dcterms:created xsi:type="dcterms:W3CDTF">2011-09-28T08:10:45Z</dcterms:created>
  <dcterms:modified xsi:type="dcterms:W3CDTF">2020-01-21T02:59:33Z</dcterms:modified>
</cp:coreProperties>
</file>